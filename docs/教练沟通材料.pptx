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依托飞书AI的无人配送</a:t>
            </a:r>
            <a:br/>
            <a:r>
              <a:t>全渠道用户反馈闭环运营体系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2926080"/>
            <a:ext cx="219456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EC0"/>
                </a:solidFill>
              </a:defRPr>
            </a:pPr>
            <a:r>
              <a:t>第一次教练沟通材料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</a:defRPr>
            </a:pPr>
            <a:r>
              <a:t>新石器 AI 反馈先锋队 | 2026年8月10日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1. 战队分工 &amp; 技术栈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26517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7EEA"/>
                </a:solidFill>
              </a:defRPr>
            </a:pPr>
            <a:r>
              <a:t>🚗 1号 · 数据线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75569"/>
                </a:solidFill>
              </a:defRPr>
            </a:pPr>
            <a:r>
              <a:t>负责模块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t>▸ 仿真数据集生成</a:t>
            </a:r>
            <a:br/>
            <a:r>
              <a:t>▸ 社媒舆情采集清洗</a:t>
            </a:r>
            <a:br/>
            <a:r>
              <a:t>▸ 一车一码扫码反馈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75569"/>
                </a:solidFill>
              </a:defRPr>
            </a:pPr>
            <a:r>
              <a:t>技术栈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t>▸ Python / pandas</a:t>
            </a:r>
            <a:br/>
            <a:r>
              <a:t>▸ requests / DeepSeek API</a:t>
            </a:r>
            <a:br/>
            <a:r>
              <a:t>▸ 飞书表单（零代码）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097280"/>
            <a:ext cx="26517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280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7EEA"/>
                </a:solidFill>
              </a:defRPr>
            </a:pPr>
            <a:r>
              <a:t>⚙️ 2号 · 系统线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1828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75569"/>
                </a:solidFill>
              </a:defRPr>
            </a:pPr>
            <a:r>
              <a:t>负责模块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1031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t>▸ 多维表格工单池搭建</a:t>
            </a:r>
            <a:br/>
            <a:r>
              <a:t>▸ AI字段配置（分类/分级/摘要）</a:t>
            </a:r>
            <a:br/>
            <a:r>
              <a:t>▸ 自动化流程 &amp; 仪表盘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200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75569"/>
                </a:solidFill>
              </a:defRPr>
            </a:pPr>
            <a:r>
              <a:t>技术栈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474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t>▸ 飞书多维表格（零代码）</a:t>
            </a:r>
            <a:br/>
            <a:r>
              <a:t>▸ 飞书AI字段 &amp; 自动化</a:t>
            </a:r>
            <a:br/>
            <a:r>
              <a:t>▸ 飞书仪表盘可视化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097280"/>
            <a:ext cx="26517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280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7EEA"/>
                </a:solidFill>
              </a:defRPr>
            </a:pPr>
            <a:r>
              <a:t>📊 3号 · 输出线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828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75569"/>
                </a:solidFill>
              </a:defRPr>
            </a:pPr>
            <a:r>
              <a:t>负责模块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1031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t>▸ 聚类周报自动生成</a:t>
            </a:r>
            <a:br/>
            <a:r>
              <a:t>▸ 飞书文档 &amp; 群推送</a:t>
            </a:r>
            <a:br/>
            <a:r>
              <a:t>▸ 路演材料 &amp; 团队PDF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200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75569"/>
                </a:solidFill>
              </a:defRPr>
            </a:pPr>
            <a:r>
              <a:t>技术栈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474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t>▸ Python / openpyxl</a:t>
            </a:r>
            <a:br/>
            <a:r>
              <a:t>▸ 飞书开放平台API</a:t>
            </a:r>
            <a:br/>
            <a:r>
              <a:t>▸ markdown / 数据可视化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2. 命题理解 &amp; 落地思路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2560320" cy="118872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DC2626"/>
                </a:solidFill>
              </a:defRPr>
            </a:pPr>
            <a:r>
              <a:t>7个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8350F"/>
                </a:solidFill>
              </a:defRPr>
            </a:pPr>
            <a:r>
              <a:t>运营来回切换</a:t>
            </a:r>
            <a:br/>
            <a:r>
              <a:t>响应慢、遗漏多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005840"/>
            <a:ext cx="2560320" cy="118872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10972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DC2626"/>
                </a:solidFill>
              </a:defRPr>
            </a:pPr>
            <a:r>
              <a:t>70%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69164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8350F"/>
                </a:solidFill>
              </a:defRPr>
            </a:pPr>
            <a:r>
              <a:t>时间耗在分类分级</a:t>
            </a:r>
            <a:br/>
            <a:r>
              <a:t>P0事故易遗漏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005840"/>
            <a:ext cx="2560320" cy="118872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0972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DC2626"/>
                </a:solidFill>
              </a:defRPr>
            </a:pPr>
            <a:r>
              <a:t>0条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79" y="169164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8350F"/>
                </a:solidFill>
              </a:defRPr>
            </a:pPr>
            <a:r>
              <a:t>止于工单系统</a:t>
            </a:r>
            <a:br/>
            <a:r>
              <a:t>产品凭感觉决策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7EEA"/>
                </a:solidFill>
              </a:defRPr>
            </a:pPr>
            <a:r>
              <a:t>💡 核心解决方案：零代码为主，轻代码为辅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926080"/>
            <a:ext cx="1828800" cy="10058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063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40AF"/>
                </a:solidFill>
              </a:defRPr>
            </a:pPr>
            <a:r>
              <a:t>📥 数据采集层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429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40AF"/>
                </a:solidFill>
              </a:defRPr>
            </a:pPr>
            <a:r>
              <a:t>7渠道统一接入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32004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60320" y="2926080"/>
            <a:ext cx="1828800" cy="10058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60320" y="3063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40AF"/>
                </a:solidFill>
              </a:defRPr>
            </a:pPr>
            <a:r>
              <a:t>🗄️ 数据汇聚层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3429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40AF"/>
                </a:solidFill>
              </a:defRPr>
            </a:pPr>
            <a:r>
              <a:t>飞书多维表格工单池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2004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2926080"/>
            <a:ext cx="1828800" cy="10058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063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40AF"/>
                </a:solidFill>
              </a:defRPr>
            </a:pPr>
            <a:r>
              <a:t>🧠 AI分析层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79" y="3429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40AF"/>
                </a:solidFill>
              </a:defRPr>
            </a:pPr>
            <a:r>
              <a:t>DeepSeek+飞书AI双引擎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59" y="32004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66559" y="2926080"/>
            <a:ext cx="1828800" cy="10058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59" y="3063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40AF"/>
                </a:solidFill>
              </a:defRPr>
            </a:pPr>
            <a:r>
              <a:t>📤 输出推送层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7999" y="3429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40AF"/>
                </a:solidFill>
              </a:defRPr>
            </a:pPr>
            <a:r>
              <a:t>周报+群推送+告警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</a:defRPr>
            </a:pPr>
            <a:r>
              <a:t>以飞书多维表格为核心载体，工单池、AI字段、自动化、仪表盘零代码搭建；仅仿真数据、舆情清洗、聚类周报三个环节用Python轻代码补充。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3. 当前进度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3840480" cy="384048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59669"/>
                </a:solidFill>
              </a:defRPr>
            </a:pPr>
            <a:r>
              <a:t>✅ 已完成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3474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64E3B"/>
                </a:solidFill>
              </a:defRPr>
            </a:pPr>
            <a:r>
              <a:t>✓ 800条仿真数据（7渠道×6分层×5类型）</a:t>
            </a:r>
            <a:br/>
            <a:r>
              <a:t>✓ 多维表格工单池搭建（18字段Schema）</a:t>
            </a:r>
            <a:br/>
            <a:r>
              <a:t>✓ AI字段配置（分类/分级/摘要）</a:t>
            </a:r>
            <a:br/>
            <a:r>
              <a:t>✓ 聚类周报脚本（DeepSeek+飞书文档）</a:t>
            </a:r>
            <a:br/>
            <a:r>
              <a:t>✓ 23个可视化图表</a:t>
            </a:r>
            <a:br/>
            <a:r>
              <a:t>✓ 路演稿 + 演示脚本 + 架构图</a:t>
            </a:r>
            <a:br/>
            <a:r>
              <a:t>✓ 团队成果展示PDF</a:t>
            </a:r>
            <a:br/>
            <a:r>
              <a:t>✓ 代码提交至GitHub</a:t>
            </a:r>
            <a:br/>
            <a:r>
              <a:t>✓ 飞书文档/幻灯片生成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005840"/>
            <a:ext cx="4023360" cy="1737360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143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97706"/>
                </a:solidFill>
              </a:defRPr>
            </a:pPr>
            <a:r>
              <a:t>🔄 进行中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5544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8350F"/>
                </a:solidFill>
              </a:defRPr>
            </a:pPr>
            <a:r>
              <a:t>⟳ 舆情采集脚本测试优化</a:t>
            </a:r>
            <a:br/>
            <a:r>
              <a:t>⟳ 一车一码飞书表单配置</a:t>
            </a:r>
            <a:br/>
            <a:r>
              <a:t>⟳ 系统联调与Demo打磨</a:t>
            </a:r>
            <a:br/>
            <a:r>
              <a:t>⟳ 教练沟通会准备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2926080"/>
            <a:ext cx="4023360" cy="192024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3063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B7280"/>
                </a:solidFill>
              </a:defRPr>
            </a:pPr>
            <a:r>
              <a:t>📋 待完成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47472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74151"/>
                </a:solidFill>
              </a:defRPr>
            </a:pPr>
            <a:r>
              <a:t>○ 周报定时任务部署</a:t>
            </a:r>
            <a:br/>
            <a:r>
              <a:t>○ 飞书群推送完整测试</a:t>
            </a:r>
            <a:br/>
            <a:r>
              <a:t>○ 预录视频备份</a:t>
            </a:r>
            <a:br/>
            <a:r>
              <a:t>○ 最终路演彩排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4. 希望教练重点指导的方向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402336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E185D"/>
                </a:solidFill>
              </a:defRPr>
            </a:pPr>
            <a:r>
              <a:t>🏗️ 方案架构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31843"/>
                </a:solidFill>
              </a:defRPr>
            </a:pPr>
            <a:r>
              <a:t>交叉聚合AI架构（DeepSeek+飞书AI问数）设计是否合理？分工边界是否清晰？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005840"/>
            <a:ext cx="402336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143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E185D"/>
                </a:solidFill>
              </a:defRPr>
            </a:pPr>
            <a:r>
              <a:t>🎬 演示Demo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55448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31843"/>
                </a:solidFill>
              </a:defRPr>
            </a:pPr>
            <a:r>
              <a:t>3分钟Demo如何快速展示完整闭环？哪些是必看亮点？演示顺序如何安排？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43200"/>
            <a:ext cx="402336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80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E185D"/>
                </a:solidFill>
              </a:defRPr>
            </a:pPr>
            <a:r>
              <a:t>💡 创新亮点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918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31843"/>
                </a:solidFill>
              </a:defRPr>
            </a:pPr>
            <a:r>
              <a:t>"零代码+轻代码"如何突出差异化？飞书AI价值如何更好呈现给评委？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2743200"/>
            <a:ext cx="402336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2880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E185D"/>
                </a:solidFill>
              </a:defRPr>
            </a:pPr>
            <a:r>
              <a:t>📈 商业价值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2918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31843"/>
                </a:solidFill>
              </a:defRPr>
            </a:pPr>
            <a:r>
              <a:t>量化指标（人工分拣降70%、P0响应提速6倍）是否可信？可复用性如何论证？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🙏 感谢教练指导！期待您的宝贵建议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